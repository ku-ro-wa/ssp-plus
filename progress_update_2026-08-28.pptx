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82296" cy="14630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File Editor: Zoom &amp;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Selection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A93B"/>
                </a:solidFill>
                <a:latin typeface="Calibri"/>
              </a:rPr>
              <a:t>Print/Scan File Editor · Zoom Controls · Selection Colors · Checkbox 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August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How It Fits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file_browser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shared page-selection editor for BOTH the print flow and the scan flow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PDFPreviewWidget.paintEvent()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fixed: zoom now scales from a fit-to-widget baseline, not raw page pixels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Zoom +/-/Reset buttons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new UI wired to controller handlers that already existed but were unreachable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Page selection (grid + single page)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outline/fill now grey → black, not green; checked box uses a checkmark icon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3927" y="576072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One shared editor screen, so every fix here benefits both the printing path and the scanning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Single-Page Zoom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Added +/-/Reset buttons and a live percentage label to single-page view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Backend (zoomIn/zoomOut/resetZoom) already existed but had no UI — was dead code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Fixed a scale discontinuity: zoom now multiplies a fit-to-widget baseline instead of jumping to raw page pixels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Selection Outline &amp; Fill Colors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Old selection color was the exact same green as every primary button in the app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New PAGE_OUTLINE_COLOR (grey) / PAGE_SELECTED_COLOR (near-black) scoped to the file editor only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Applied to page frames, checkboxes, preview border, and the selected-count label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Checkmark Icon Matching Reference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Checked state was a flat black square; user supplied a rounded-square + checkmark reference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Built a new SVG icon, wired via QSS image: url(...) on the checkbox indicator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Verified render at both preview size and the real 20x20 on-screen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Tested and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F2A93B"/>
                </a:solidFill>
                <a:latin typeface="Calibri"/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automated tests passing, zero regressions from this session's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Covered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Full pytest suite (make test)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flake8 lint — no new violations introduced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SVG icon rasterized through the project's own PyQt5 renderer at preview + real indicator size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Bug found &amp; fixed: checked-page frame used a 3px border vs. 2px unchecked, shrinking the thumbnail on click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Needs the Real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Live run on make run-sim: zoom smoothness across the full range, no jump on first click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Checkmark legibility on the actual kiosk touchscreen, not just a desktop test render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Grid + single-page selection toggling on real hardware input (touch, not mouse)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Panning While Zoomed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Zoom is now correct relative to fit-to-widget, but panning is still disabled, so zoomed-in pages center-crop with no way to scroll to the edges.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Document the Other Uncommitted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file_browser's own Phase B theming rewrite, plus usb/print_options/payment changes and small timeout-guard/theme tweaks, are sitting in the tree from a separate prior session with no session summary yet.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0050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833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Live Kiosk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8630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This session's changes are verified structurally (tests, lint, isolated icon render) but not yet by eye on a running kiosk or real touchscreen.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