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331720"/>
            <a:ext cx="82296" cy="146304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51560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Scanner Module: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Built, Then Refined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2A93B"/>
                </a:solidFill>
                <a:latin typeface="Calibri"/>
              </a:rPr>
              <a:t>Scan-to-Print/Email/Wi-Fi (Phase 6)   ·   Multi-Select, Preview &amp; Copy Refinements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Calibri"/>
              </a:rPr>
              <a:t>September 17-18,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A2E"/>
                </a:solidFill>
                <a:latin typeface="Calibri"/>
              </a:rPr>
              <a:t>From No Scanner to a Polished Pickup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6B7280"/>
                </a:solidFill>
                <a:latin typeface="Calibri"/>
              </a:rPr>
              <a:t>Session 1 built the scanner end to end -- hardware abstraction, capture UI, and a unified Wi-Fi/email pickup pathway. Session 2 went back over the result with a critical eye and fixed the rough edges a real user would actually hit.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017520"/>
            <a:ext cx="3362858" cy="173736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29970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F2A93B"/>
                </a:solidFill>
                <a:latin typeface="Calibri"/>
              </a:rPr>
              <a:t>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94760"/>
            <a:ext cx="29970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flatbed hardware -&gt; capture UI -&gt; print/Wi-Fi routing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911498" y="3726180"/>
            <a:ext cx="502920" cy="320040"/>
          </a:xfrm>
          <a:prstGeom prst="right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14418" y="3017520"/>
            <a:ext cx="3362858" cy="173736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7298" y="3246120"/>
            <a:ext cx="29970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F2A93B"/>
                </a:solidFill>
                <a:latin typeface="Calibri"/>
              </a:rPr>
              <a:t>Reconsider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7298" y="3794760"/>
            <a:ext cx="29970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debated splitting Wi-Fi vs. email, chose not to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777276" y="3726180"/>
            <a:ext cx="502920" cy="320040"/>
          </a:xfrm>
          <a:prstGeom prst="right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80196" y="3017520"/>
            <a:ext cx="3362858" cy="173736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63076" y="3246120"/>
            <a:ext cx="29970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F2A93B"/>
                </a:solidFill>
                <a:latin typeface="Calibri"/>
              </a:rPr>
              <a:t>Refine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63076" y="3794760"/>
            <a:ext cx="29970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multi-select, page preview, device-neutral copy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A2E"/>
                </a:solidFill>
                <a:latin typeface="Calibri"/>
              </a:rPr>
              <a:t>Session 1 -- How It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63927" y="1234440"/>
            <a:ext cx="7863840" cy="7772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38247" y="130759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2A93B"/>
                </a:solidFill>
                <a:latin typeface="Calibri"/>
              </a:rPr>
              <a:t>scanimage -d &lt;device&gt; --format=png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38247" y="161848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shells out to sane-airscan, same pattern as lp/lpstat for CUPS</a:t>
            </a:r>
          </a:p>
        </p:txBody>
      </p:sp>
      <p:sp>
        <p:nvSpPr>
          <p:cNvPr id="7" name="Down Arrow 6"/>
          <p:cNvSpPr/>
          <p:nvPr/>
        </p:nvSpPr>
        <p:spPr>
          <a:xfrm>
            <a:off x="5958687" y="2039112"/>
            <a:ext cx="274320" cy="301752"/>
          </a:xfrm>
          <a:prstGeom prst="down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163927" y="2331720"/>
            <a:ext cx="7863840" cy="7772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38247" y="24048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2A93B"/>
                </a:solidFill>
                <a:latin typeface="Calibri"/>
              </a:rPr>
              <a:t>SaneAirscanScanner / SimScanner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8247" y="271576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managers/scanner.py -- real hardware or canned SIM_MODE pages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958687" y="3136392"/>
            <a:ext cx="274320" cy="301752"/>
          </a:xfrm>
          <a:prstGeom prst="down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163927" y="3429000"/>
            <a:ext cx="7863840" cy="7772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38247" y="35021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2A93B"/>
                </a:solidFill>
                <a:latin typeface="Calibri"/>
              </a:rPr>
              <a:t>ScannerManager.finish()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38247" y="381304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combines captured pages into one PDF via fitz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958687" y="4233672"/>
            <a:ext cx="274320" cy="301752"/>
          </a:xfrm>
          <a:prstGeom prst="down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163927" y="4526280"/>
            <a:ext cx="7863840" cy="7772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38247" y="45994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2A93B"/>
                </a:solidFill>
                <a:latin typeface="Calibri"/>
              </a:rPr>
              <a:t>scan_destination: Print Now / Send via Wi-Fi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8247" y="49103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the actual product decision from the objectives doc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958687" y="5330952"/>
            <a:ext cx="274320" cy="301752"/>
          </a:xfrm>
          <a:prstGeom prst="down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163927" y="5623560"/>
            <a:ext cx="7863840" cy="7772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38247" y="569671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2A93B"/>
                </a:solidFill>
                <a:latin typeface="Calibri"/>
              </a:rPr>
              <a:t>ScanAdapter.handle_scan()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38247" y="600760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creates a source="scan" SessionManager session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5958687" y="6428232"/>
            <a:ext cx="274320" cy="301752"/>
          </a:xfrm>
          <a:prstGeom prst="down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163927" y="6720840"/>
            <a:ext cx="7863840" cy="7772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38247" y="679399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2A93B"/>
                </a:solidFill>
                <a:latin typeface="Calibri"/>
              </a:rPr>
              <a:t>scan_result (QR + OTP) -&gt; phone -&gt; /redeem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38247" y="710488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user's own phone downloads or emails the file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63927" y="7955280"/>
            <a:ext cx="7863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1">
                <a:solidFill>
                  <a:srgbClr val="6B7280"/>
                </a:solidFill>
                <a:latin typeface="Calibri"/>
              </a:rPr>
              <a:t>Print Now reuses the existing printing_options -&gt; payment pipeline completely unchanged.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A2E"/>
                </a:solidFill>
                <a:latin typeface="Calibri"/>
              </a:rPr>
              <a:t>Session 1 -- What Was Built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82296" cy="1143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Hardware Abstraction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ScannerInterface / SaneAirscanScanner / SimScanner (managers/scanner.py)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Shells to scanimage CLI -- no python-sane binding needed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SimScanner seeds canned pages, same seed-once idea as SIM_USB_DIR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0604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606040"/>
            <a:ext cx="82296" cy="1143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7432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Capture UI Rewrite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15468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screens/scanner: page counter, thumbnail, Scan/Rescan/Done/Cancel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_scan_completed guard stops on_leave() from deleting a successful scan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Old UI-only "DEV BYPASS" fake-scan path removed entirely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7764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977640"/>
            <a:ext cx="82296" cy="1143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1148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Print Routing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52628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scan_destination "Print Now" reuses file_browser's exact 3-arg handoff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Zero downstream changes -- printing_options re-derives everything from the PDF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34924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349240"/>
            <a:ext cx="82296" cy="1143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4864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Wi-Fi/Email Pickup, Unified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89788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Reused the intake OTP/QR pattern in reverse instead of building a keyboard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New GET/POST /redeem portal; verify_otp reused via its already-verified short-circuit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/redeem/download and /redeem/email both live on the user's own phone, not the kiosk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A2E"/>
                </a:solidFill>
                <a:latin typeface="Calibri"/>
              </a:rPr>
              <a:t>Session 2 -- How It Works Now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63927" y="1234440"/>
            <a:ext cx="7863840" cy="7772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38247" y="130759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2A93B"/>
                </a:solidFill>
                <a:latin typeface="Calibri"/>
              </a:rPr>
              <a:t>scan_destination: DestinationOption toggle(s)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38247" y="161848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Print Now and Download/Email are now independently selectable</a:t>
            </a:r>
          </a:p>
        </p:txBody>
      </p:sp>
      <p:sp>
        <p:nvSpPr>
          <p:cNvPr id="7" name="Down Arrow 6"/>
          <p:cNvSpPr/>
          <p:nvPr/>
        </p:nvSpPr>
        <p:spPr>
          <a:xfrm>
            <a:off x="5958687" y="2039112"/>
            <a:ext cx="274320" cy="301752"/>
          </a:xfrm>
          <a:prstGeom prst="down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163927" y="2331720"/>
            <a:ext cx="7863840" cy="7772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38247" y="24048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2A93B"/>
                </a:solidFill>
                <a:latin typeface="Calibri"/>
              </a:rPr>
              <a:t>Continue button (enabled once &gt;=1 picked)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8247" y="271576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confirm_selection(selected_keys) replaces exclusive click-to-act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958687" y="3136392"/>
            <a:ext cx="274320" cy="301752"/>
          </a:xfrm>
          <a:prstGeom prst="down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163927" y="3429000"/>
            <a:ext cx="7863840" cy="7772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38247" y="35021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2A93B"/>
                </a:solidFill>
                <a:latin typeface="Calibri"/>
              </a:rPr>
              <a:t>send_wifi selected? -&gt; session created immediately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38247" y="381304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free, untied to payment -- unchanged behavior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958687" y="4233672"/>
            <a:ext cx="274320" cy="301752"/>
          </a:xfrm>
          <a:prstGeom prst="down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163927" y="4526280"/>
            <a:ext cx="7863840" cy="7772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38247" y="45994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2A93B"/>
                </a:solidFill>
                <a:latin typeface="Calibri"/>
              </a:rPr>
              <a:t>scan_result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8247" y="49103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"Continue to Print" if a print was also requested, else "Done"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958687" y="5330952"/>
            <a:ext cx="274320" cy="301752"/>
          </a:xfrm>
          <a:prstGeom prst="down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163927" y="5623560"/>
            <a:ext cx="7863840" cy="7772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38247" y="569671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2A93B"/>
                </a:solidFill>
                <a:latin typeface="Calibri"/>
              </a:rPr>
              <a:t>Continue to Print -&gt; printing_options -&gt; payment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38247" y="600760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pending_print hand-off carries the PDF + page list forward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63927" y="6858000"/>
            <a:ext cx="7863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1">
                <a:solidFill>
                  <a:srgbClr val="6B7280"/>
                </a:solidFill>
                <a:latin typeface="Calibri"/>
              </a:rPr>
              <a:t>No changes to SessionManager, ScanAdapter, or the /redeem router -- the combined pickup stayed as-is.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A2E"/>
                </a:solidFill>
                <a:latin typeface="Calibri"/>
              </a:rPr>
              <a:t>Session 2 -- What Was Built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82296" cy="1143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Multi-Select Destinations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New DestinationOption(QFrame) wrapper around the shared Card widget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Kept Card itself untouched -- every other screen depends on its one-shot click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Both Print Now and Download/Email can be picked together, then Continue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0604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606040"/>
            <a:ext cx="82296" cy="1143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7432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Page-Thumbnail Preview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15468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New ThumbnailRenderThread (screens/scan_destination/thumbnail_thread.py)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Renders the composed PDF via fitz, off the main thread -- mirrors file_browser's pattern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Works automatically for SIM_MODE's placeholder pages, no extra path needed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7764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977640"/>
            <a:ext cx="82296" cy="1143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1148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Conditional "Continue to Print"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52628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scan_result gained pending_print + has_pending_print()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Done button relabels and routes into printing_options when a print is also queued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Temp PDF cleanup moved to whichever leg actually finishes last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34924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349240"/>
            <a:ext cx="82296" cy="1143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4864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Clearer, Device-Neutral Copy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89788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"Send via Wi-Fi" retitled to "Download or Email" -- both options now named in bold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"your phone" replaced with "your own device -- phone, tablet, or laptop" throughout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Tested and 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3840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0" b="1" i="0">
                <a:solidFill>
                  <a:srgbClr val="F2A93B"/>
                </a:solidFill>
                <a:latin typeface="Calibri"/>
              </a:rPr>
              <a:t>115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06040"/>
            <a:ext cx="3840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automated tests passing offline, across both sessions (81 existing + 34 new in Session 1; no new unit-testable surface in Session 2 since SessionManager/ScanAdapter/redeem were untouched)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23444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2A93B"/>
                </a:solidFill>
                <a:latin typeface="Calibri"/>
              </a:rPr>
              <a:t>Covered Offline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691640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SimScanner, ScannerManager, SaneAirscanScanner error mapping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ScanAdapter session creation (mirrors test_wifi_adapter.py)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/redeem route tests, including download-then-email re-auth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verify_otp_for_source_with_id success/failure cases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flake8 clean on every touched file in both sessions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23444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2A93B"/>
                </a:solidFill>
                <a:latin typeface="Calibri"/>
              </a:rPr>
              <a:t>Needs the Real Thing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691640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Physical scanimage run against the HP Smart Tank 580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Full phone-side /redeem download + email cycle against real SMTP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Thumbnail strip's actual rendered output (compiles cleanly, not yet eyeballed)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Multi-select combined path -- confirmed working via the user's own make run-sim pass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A2E"/>
                </a:solidFill>
                <a:latin typeface="Calibri"/>
              </a:rPr>
              <a:t>What's Next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5410047" cy="1569720"/>
          </a:xfrm>
          <a:prstGeom prst="roundRect">
            <a:avLst>
              <a:gd name="adj" fmla="val 8000"/>
            </a:avLst>
          </a:prstGeom>
          <a:solidFill>
            <a:srgbClr val="FC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486140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Hardware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4861407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A1A2E"/>
                </a:solidFill>
                <a:latin typeface="Calibri"/>
              </a:rPr>
              <a:t>Run scanimage -L on the HP Smart Tank 580 to get the real SCANNER_DEVICE string, then validate one full scan-to-print and one scan-to-Wi-Fi cycle on actual kiosk hardware.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3007" y="1234440"/>
            <a:ext cx="5410047" cy="1569720"/>
          </a:xfrm>
          <a:prstGeom prst="roundRect">
            <a:avLst>
              <a:gd name="adj" fmla="val 8000"/>
            </a:avLst>
          </a:prstGeom>
          <a:solidFill>
            <a:srgbClr val="FC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1417320"/>
            <a:ext cx="486140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CLAUDE.md Refresh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7327" y="1920240"/>
            <a:ext cx="4861407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A1A2E"/>
                </a:solidFill>
                <a:latin typeface="Calibri"/>
              </a:rPr>
              <a:t>Bring the doc current with Phases 2-6 together -- it still doesn't mention scan_destination/scan_result in the screen list or the scanner hardware row.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78480"/>
            <a:ext cx="5410047" cy="1569720"/>
          </a:xfrm>
          <a:prstGeom prst="roundRect">
            <a:avLst>
              <a:gd name="adj" fmla="val 8000"/>
            </a:avLst>
          </a:prstGeom>
          <a:solidFill>
            <a:srgbClr val="FC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261360"/>
            <a:ext cx="486140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Visual Thumbnail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64280"/>
            <a:ext cx="4861407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A1A2E"/>
                </a:solidFill>
                <a:latin typeface="Calibri"/>
              </a:rPr>
              <a:t>Confirm the scan_destination preview strip renders real page images at runtime, not just that it compiles and imports.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3078480"/>
            <a:ext cx="5410047" cy="1569720"/>
          </a:xfrm>
          <a:prstGeom prst="roundRect">
            <a:avLst>
              <a:gd name="adj" fmla="val 8000"/>
            </a:avLst>
          </a:prstGeom>
          <a:solidFill>
            <a:srgbClr val="FC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7327" y="3261360"/>
            <a:ext cx="486140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Temp-File Cleanup Scheduler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7" y="3764280"/>
            <a:ext cx="4861407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A1A2E"/>
                </a:solidFill>
                <a:latin typeface="Calibri"/>
              </a:rPr>
              <a:t>ScanAdapter's uploaded copies and ScannerManager's session directory are two independent temp-file sets with no expiry job yet.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922520"/>
            <a:ext cx="5410047" cy="1569720"/>
          </a:xfrm>
          <a:prstGeom prst="roundRect">
            <a:avLst>
              <a:gd name="adj" fmla="val 8000"/>
            </a:avLst>
          </a:prstGeom>
          <a:solidFill>
            <a:srgbClr val="FC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105400"/>
            <a:ext cx="486140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Revisit the Wi-Fi/Email Split -- Carefully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608320"/>
            <a:ext cx="4861407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A1A2E"/>
                </a:solidFill>
                <a:latin typeface="Calibri"/>
              </a:rPr>
              <a:t>If separate kiosk widgets resurface, the metadata/action-encoding design from Session 2 is a starting point, but re-litigate whether losing phone-side flexibility is worth 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4922520"/>
            <a:ext cx="5410047" cy="1569720"/>
          </a:xfrm>
          <a:prstGeom prst="roundRect">
            <a:avLst>
              <a:gd name="adj" fmla="val 8000"/>
            </a:avLst>
          </a:prstGeom>
          <a:solidFill>
            <a:srgbClr val="FC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07327" y="5105400"/>
            <a:ext cx="486140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QR-Scanner Naming Collision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7327" y="5608320"/>
            <a:ext cx="4861407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A1A2E"/>
                </a:solidFill>
                <a:latin typeface="Calibri"/>
              </a:rPr>
              <a:t>Reconcile project_objectives.txt / roadmap-planning.txt: the flatbed document scanner and the QR-pickup scanner are unrelated hardware, easily confused by name.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