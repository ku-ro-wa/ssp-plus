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331720"/>
            <a:ext cx="82296" cy="1463040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51560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Kiosk QR Scanner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Engine vs Camera vs Gun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2A93B"/>
                </a:solidFill>
                <a:latin typeface="Calibri"/>
              </a:rPr>
              <a:t>Why not the Pi camera   ·   The case for an embedded scan engine   ·   Recommended parts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126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6B7280"/>
                </a:solidFill>
                <a:latin typeface="Calibri"/>
              </a:rPr>
              <a:t>Proposal draft  ·  September 3,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A1A2E"/>
                </a:solidFill>
                <a:latin typeface="Calibri"/>
              </a:rPr>
              <a:t>The Decision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163927" y="1234440"/>
            <a:ext cx="7863840" cy="77724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438247" y="130759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2A93B"/>
                </a:solidFill>
                <a:latin typeface="Calibri"/>
              </a:rPr>
              <a:t>The Read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38247" y="161848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QR / OTP off a customer's phone screen — unattended, fixed-mount, indoors now</a:t>
            </a:r>
          </a:p>
        </p:txBody>
      </p:sp>
      <p:sp>
        <p:nvSpPr>
          <p:cNvPr id="7" name="Down Arrow 6"/>
          <p:cNvSpPr/>
          <p:nvPr/>
        </p:nvSpPr>
        <p:spPr>
          <a:xfrm>
            <a:off x="5958687" y="2039112"/>
            <a:ext cx="274320" cy="301752"/>
          </a:xfrm>
          <a:prstGeom prst="downArrow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163927" y="2331720"/>
            <a:ext cx="7863840" cy="77724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38247" y="240487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2A93B"/>
                </a:solidFill>
                <a:latin typeface="Calibri"/>
              </a:rPr>
              <a:t>Rule Out 1D Laser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38247" y="271576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no 2D symbologies, and a laser can't read an emissive display at all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958687" y="3136392"/>
            <a:ext cx="274320" cy="301752"/>
          </a:xfrm>
          <a:prstGeom prst="downArrow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163927" y="3429000"/>
            <a:ext cx="7863840" cy="77724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38247" y="350215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2A93B"/>
                </a:solidFill>
                <a:latin typeface="Calibri"/>
              </a:rPr>
              <a:t>Rule Out the Pi Camera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38247" y="381304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it makes ambient light our problem forever — fails the adaptable-lighting goal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5958687" y="4233672"/>
            <a:ext cx="274320" cy="301752"/>
          </a:xfrm>
          <a:prstGeom prst="downArrow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163927" y="4526280"/>
            <a:ext cx="7863840" cy="77724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38247" y="459943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2A93B"/>
                </a:solidFill>
                <a:latin typeface="Calibri"/>
              </a:rPr>
              <a:t>Three Options Left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38247" y="491032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Pi camera as plan B, a consumer HID gun, or an embedded scan engine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5958687" y="5330952"/>
            <a:ext cx="274320" cy="301752"/>
          </a:xfrm>
          <a:prstGeom prst="downArrow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163927" y="5623560"/>
            <a:ext cx="7863840" cy="77724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38247" y="569671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2A93B"/>
                </a:solidFill>
                <a:latin typeface="Calibri"/>
              </a:rPr>
              <a:t>Decide 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38247" y="600760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lighting tolerance  ·  fit into an unattended app  ·  cost and roadmap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63927" y="6858000"/>
            <a:ext cx="7863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 i="1">
                <a:solidFill>
                  <a:srgbClr val="6B7280"/>
                </a:solidFill>
                <a:latin typeface="Calibri"/>
              </a:rPr>
              <a:t>The Raspberry Pi 4 is already fixed in the BOM — the scanner only has to talk to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A1A2E"/>
                </a:solidFill>
                <a:latin typeface="Calibri"/>
              </a:rPr>
              <a:t>Ruled Out — The Raspberry Pi Camera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1106424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82296" cy="16002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What It Looked Like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Pi Camera Module 3 (autofocus) + zbar / pyzbar, or OpenCV QRCodeDetector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Smallest bill-of-materials delta — camera + ribbon, no new interface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Familiar part; decoding 23 ASCII bytes off a screen is well-trodden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063240"/>
            <a:ext cx="1106424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063240"/>
            <a:ext cx="82296" cy="16002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20040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Why It Doesn't Fit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61188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Adds an exposure / gain / focus CV pipeline AND an OS image to maintain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Every new site's lighting becomes a re-tuning task — the opposite of the goal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Only pays off if the camera also does OCR or capture; here it does neither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92040"/>
            <a:ext cx="1106424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892040"/>
            <a:ext cx="82296" cy="16002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02920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If It Ever Comes 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44068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Documented plan B only: Pi Camera Module 3 + pyzbar behind a shroud with added light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Revisit only if a camera is needed for a separate feature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A1A2E"/>
                </a:solidFill>
                <a:latin typeface="Calibri"/>
              </a:rPr>
              <a:t>Option A — Consumer 2D Imager (HID Gun)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11064240" cy="2514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82296" cy="25146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The Case For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10424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Reads phone screens well out of the box — no decode software to write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Keyboard-wedge input 'just works'; this is the class already in project_objectives.txt (LogicOwl OJ-HS-23)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Real warranty; a dead unit is a two-minute plug swap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977640"/>
            <a:ext cx="11064240" cy="2514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977640"/>
            <a:ext cx="82296" cy="25146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11480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The Case Against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526280"/>
            <a:ext cx="10424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A bulky external gun to mount and shroud on a fixed kiosk face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HID keyboard-wedge depends on window focus and an input layer — fragile in an unattended Qt app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Little control over beep, trigger mode, or re-read timing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A1A2E"/>
                </a:solidFill>
                <a:latin typeface="Calibri"/>
              </a:rPr>
              <a:t>Option B — Embedded 2D Scan Engine (USB-CDC Serial)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11064240" cy="2514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82296" cy="25146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The Case For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10424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Same decode silicon as the consumer guns, in a module built to sit behind a kiosk window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Own aimer + active illumination — consistent reads as ambient light changes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Virtual serial device: newline-delimited 'sid:otp' from /dev/ttyACM0, no focus / X dependency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Full control of trigger mode, beep, and re-read delay via setup barcodes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977640"/>
            <a:ext cx="11064240" cy="2514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977640"/>
            <a:ext cx="82296" cy="25146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11480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The Case Against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526280"/>
            <a:ext cx="10424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We write a small serial-reader manager (mirrors managers/sms_manager.py)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One-time config pass: prefix off, LF-only suffix, presentation mode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Mount geometry — 10-15 deg window tilt, standoff, shroud — is ours to fix on the prototype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Departs from the HID part named in project_objectives.txt — that doc needs updating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A1A2E"/>
                </a:solidFill>
                <a:latin typeface="Calibri"/>
              </a:rPr>
              <a:t>Head to Head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110642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82296" cy="11430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Lighting Tolerance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Camera: we tune exposure per site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HID gun / Engine: fixed active illumination; engine adds our shroud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06040"/>
            <a:ext cx="110642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606040"/>
            <a:ext cx="82296" cy="11430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74320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Unattended Integration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15468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Camera: CV pipeline + OS image we maintain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HID gun: keystroke delivery + window-focus dependency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Engine: one serial thread, nothing to focus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977640"/>
            <a:ext cx="110642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977640"/>
            <a:ext cx="82296" cy="11430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11480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Control Over UX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52628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Camera: total, but all of it is ours to build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HID gun: minimal — it just types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Engine: trigger / beep / re-read delay set by scanning config codes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349240"/>
            <a:ext cx="110642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5349240"/>
            <a:ext cx="82296" cy="11430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48640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Cost &amp; Roadmap 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89788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Camera: ~$35 BOM, the most dev work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HID gun: ~$50-150; matches the objectives doc as written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Engine: ~$25-70; needs a doc update + a small manager module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A1A2E"/>
                </a:solidFill>
                <a:latin typeface="Calibri"/>
              </a:rPr>
              <a:t>Compatibility — session_manager.py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1106424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82296" cy="16002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The Payload Is Scanner-Friendly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'sid:otp' = 23 ASCII bytes -&gt; QR version 1 (21x21), ECC M: large, low-density, easy off a screen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':' is keyboard-layout-safe; re-scans are already idempotent (verify_otp returns 'already verified')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063240"/>
            <a:ext cx="1106424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063240"/>
            <a:ext cx="82296" cy="16002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20040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The One Gotcha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61188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verify_qr_payload() does payload.split(':', 1) with NO trimming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A trailing '\r' -&gt; otp = '123456\r' -&gt; hash mismatch -&gt; 'Incorrect OTP' AND burns a failed attempt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Five such scans hit MAX_FAILED_ATTEMPTS and lock the session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92040"/>
            <a:ext cx="1106424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892040"/>
            <a:ext cx="82296" cy="16002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02920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The Fix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44068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Engine config: prefix off, suffix = LF only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Reader glue: line.decode('ascii').strip() before verify_qr_payload()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Optional hardening: payload.strip().split(':', 1) — also protects manual entry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A1A2E"/>
                </a:solidFill>
                <a:latin typeface="Calibri"/>
              </a:rPr>
              <a:t>Recommendation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1106424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82296" cy="16002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Prototype Now — Budget Engine (~$25-45)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DYScan DE2120, Waveshare Barcode Scanner Module, or a GM65-class module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Enough to prove the mount geometry, the serial reader, and the end-to-end pickup flow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063240"/>
            <a:ext cx="1106424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063240"/>
            <a:ext cx="82296" cy="16002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20040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Fleet — Decoded Engine: Zebra SE4710 / Honeywell N3680 (~$50-70)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61188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Noticeably better on dim, glary, or marginal screen reads — matters with no attendant to retry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Same USB-CDC interface as the budget part, so swapping up is near-zero rework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92040"/>
            <a:ext cx="1106424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892040"/>
            <a:ext cx="82296" cy="16002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02920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Before Committing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44068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Bench read-reliability at min/max screen brightness, raking overhead light, bright backlight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Reproduce the CRLF failure on purpose to validate the .strip() fix against real behavior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Sign-off: update project_objectives.txt #7 / roadmap line 197 away from 'USB HID'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