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00584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Children, </a:t>
            </a:r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#11 verification  ·  transaction-source write-path fix  ·  Phase 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22, 2026   ·   Issue #11   ·   Admin Dashboard, Phase 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Children Closed. The Parent Wasn't.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#12-#18 were all closed, all tested, all green. But no child issue's acceptance criteria ever exercised the real print/payment write path — only synthetic, directly-seeded rows.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12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41448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all 7 child issues (#12-#18) closed, 174 tests green, dashboard-side code and schema exactly matching the spec.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112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441448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every real path that can reach a transaction row — usb/wifi/email screens, both scanner-to-print (Photocopy) sub-paths, and the scan-to-email/download exclusions — not just child-issue acceptance criteria.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1488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12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441448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one write path nothing tested: log_transaction silently dropped the source column. Wired it through, end to end.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Where Source Was Getting Lost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89304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print_options/controller.py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51960" y="1289304"/>
            <a:ext cx="7086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self.source (usb / wifi / email / scanner) tracked per intake screen — but never forwarded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66544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payment/model.py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066544"/>
            <a:ext cx="7086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transaction_data = { ... } — built the dict for log_transaction without a 'source' key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843784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database/db_manager.py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843784"/>
            <a:ext cx="7086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log_transaction(data): INSERT INTO transactions (...) — the column was never named in the 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621024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get_accounting_summary()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7086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source IS NOT NULL — correct filter, but it silently excluded every real row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348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transaction had source = NULL — the accounting page would show zero revenue for every source, forever, in real operation.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Fixed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280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fix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581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db_manager.py · print_options/controller.py · payment/model.py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log_transaction now writes source to the INSERT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print_options forwards self.source into payment_data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payment/model.py carries it into both transaction_data dicts (success path + cancelled-partial-payment path)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09728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280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latent footgun, found in review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581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print_options/controller.py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202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set_pdf_data's source defaulted to the string "None", not Python None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before this fix — now load-bearing, so a future caller relying on it would reintroduce the same invisible-revenue bug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the default to None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2578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793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tests/test_transaction_source_logging.py (new)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61772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persisted for each known value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source key doesn't raise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logged row is correctly counted by get_accounting_summary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794760"/>
            <a:ext cx="52578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3977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brought current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2793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· seed_demo_data.py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61772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“Admin Dashboard” section in CLAUDE.md — the module had none before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stale “16 tests” count and an outdated table list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seed-script comment that claimed the now-fixed gap still existed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Verified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14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(174 existing + 3 new)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fails on the pre-fix code, passes after — confirms the gap was real, not theoretical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usb/wifi/email/scanner producer of a transaction traced by hand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Two-axis /code-review (Standards + Spec) run as parallel sub-agents against the diff — both came back clean, no hard violations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69164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test exists for payment/model.py or print_options/controller.py themselves (PyQt UI layer, same gap as the rest of screens/)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run against make run-sim or real hardware this session — pure data-plumbing through already-covered modules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44475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#11 Left Open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with this session's finding and the fix commit, then left open for the user's own review — “verify” isn't “close,” per this project's established convention.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37960" y="144475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Is Next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031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auth/process/data-access layer this fix completes is exactly what ADR 0002 says to build local-first, so Tailscale reachability can be bolted on later as a pure networking change.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409651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 Layer Still Untested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548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regression reintroduced purely in payment/model.py or print_options/controller.py wouldn't be caught by make test — only by exercising the actual kiosk flow.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409651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Hardware, Still Blocked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7548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integration remains blocked on physical hardware access, unrelated to this session's fix — carried from the standing backlog.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2026-09-22T08:58:54Z</dcterms:created>
  <dcterms:modified xsi:type="dcterms:W3CDTF">2026-09-22T08:58:54Z</dcterms:modified>
</cp:coreProperties>
</file>