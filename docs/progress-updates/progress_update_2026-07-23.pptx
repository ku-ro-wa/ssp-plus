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8308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GUI Wiring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231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Multi-File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AIO SPARK — Self-Service Printing 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A93B"/>
                </a:solidFill>
                <a:latin typeface="Calibri"/>
              </a:rPr>
              <a:t>GUI Backend Wiring   ·   Multi-File Wi-Fi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July 23, 2026</a:t>
            </a:r>
          </a:p>
        </p:txBody>
      </p:sp>
      <p:sp>
        <p:nvSpPr>
          <p:cNvPr id="7" name="Oval 6"/>
          <p:cNvSpPr/>
          <p:nvPr/>
        </p:nvSpPr>
        <p:spPr>
          <a:xfrm>
            <a:off x="9052560" y="548640"/>
            <a:ext cx="640080" cy="640080"/>
          </a:xfrm>
          <a:prstGeom prst="ellipse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80" y="708659"/>
            <a:ext cx="320040" cy="3200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875520" y="548640"/>
            <a:ext cx="640080" cy="640080"/>
          </a:xfrm>
          <a:prstGeom prst="ellipse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0" y="708659"/>
            <a:ext cx="320040" cy="3200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0698480" y="5486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708659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From Stubs to Production-Shaped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Calibri"/>
              </a:rPr>
              <a:t>Two back-to-back sessions took the Wi-Fi/email upload flow from </a:t>
            </a:r>
            <a:r>
              <a:rPr sz="2000" b="1">
                <a:solidFill>
                  <a:srgbClr val="1E2761"/>
                </a:solidFill>
                <a:latin typeface="Calibri"/>
              </a:rPr>
              <a:t>disconnected UI stubs</a:t>
            </a:r>
            <a:r>
              <a:rPr sz="2000" b="0">
                <a:solidFill>
                  <a:srgbClr val="1A1A2E"/>
                </a:solidFill>
                <a:latin typeface="Calibri"/>
              </a:rPr>
              <a:t> to a </a:t>
            </a:r>
            <a:r>
              <a:rPr sz="2000" b="1">
                <a:solidFill>
                  <a:srgbClr val="F2A93B"/>
                </a:solidFill>
                <a:latin typeface="Calibri"/>
              </a:rPr>
              <a:t>real, multi-file-capable</a:t>
            </a:r>
            <a:r>
              <a:rPr sz="2000" b="0">
                <a:solidFill>
                  <a:srgbClr val="1A1A2E"/>
                </a:solidFill>
                <a:latin typeface="Calibri"/>
              </a:rPr>
              <a:t> pipeline the kiosk can actually use.</a:t>
            </a:r>
          </a:p>
        </p:txBody>
      </p:sp>
      <p:sp>
        <p:nvSpPr>
          <p:cNvPr id="4" name="Oval 3"/>
          <p:cNvSpPr/>
          <p:nvPr/>
        </p:nvSpPr>
        <p:spPr>
          <a:xfrm>
            <a:off x="2514600" y="2743200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29946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600" y="3840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Connect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2743200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79" y="299466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0" y="3840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Verify</a:t>
            </a:r>
          </a:p>
        </p:txBody>
      </p:sp>
      <p:sp>
        <p:nvSpPr>
          <p:cNvPr id="10" name="Oval 9"/>
          <p:cNvSpPr/>
          <p:nvPr/>
        </p:nvSpPr>
        <p:spPr>
          <a:xfrm>
            <a:off x="7178040" y="2743200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99466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3840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2A93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2A93B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Session 1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wire the real GUI screens to the backend that already existed.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Session 2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 generalize “one file” into “one or more files”, end to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Session 1 — Wiring the GUI to the Real Backend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1143000"/>
            <a:ext cx="8961120" cy="868680"/>
          </a:xfrm>
          <a:prstGeom prst="round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51660" y="13258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389" y="1451610"/>
            <a:ext cx="251460" cy="251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06040" y="12618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Kiosk OTP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00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User types the 6-digit code from Wi-Fi or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084831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377440"/>
            <a:ext cx="8961120" cy="868680"/>
          </a:xfrm>
          <a:prstGeom prst="round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51660" y="25603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389" y="2686050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06040" y="249631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verify_otp_for_source()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34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New: scans pending sessions for this source, hash-compares (read-only)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3192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611880"/>
            <a:ext cx="8961120" cy="868680"/>
          </a:xfrm>
          <a:prstGeom prst="roundRect">
            <a:avLst/>
          </a:prstGeom>
          <a:solidFill>
            <a:srgbClr val="FCEBD0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51660" y="3794759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389" y="3920489"/>
            <a:ext cx="251460" cy="2514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06040" y="373075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Session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0690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Falls through to the existing verify_otp() — code confirmed, status set to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55371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4846320"/>
            <a:ext cx="8961120" cy="868680"/>
          </a:xfrm>
          <a:prstGeom prst="round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51660" y="502919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389" y="5154929"/>
            <a:ext cx="251460" cy="2514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606040" y="496519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file_browser 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3035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Real uploaded/emailed file loaded — no more test_pdfs stub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Also this session: the previously dead-code email poller now starts (and stops) alongside the Wi-Fi web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Session 1 — What Was Built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08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150876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Session Lookup by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New verify_otp_for_source() resolves a typed 6-digit code to a session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Read-only candidate scan, then delegates to the existing verified check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0040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320040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Session-Isolated File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New scan_and_copy_pdf_files_by_paths-style single-file copy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Avoids leaking other pending users' uploads via a directory walk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2064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48920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Email Poller Started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4924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EmailPollerThreadManager now starts/stops with the kiosk app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Was fully built and tested previously, but never switched 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Calibri"/>
              </a:rPr>
              <a:t>Session 2 — One File Becomes 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The Wi-Fi upload page only ever accepted a single file, submitted the instant it was picked — no review, no undo.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03520" cy="3840480"/>
          </a:xfrm>
          <a:prstGeom prst="round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86000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22128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46634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Pick one file → instant auto-submit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No way to review or remove before sending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Multiple documents meant repeating the whole OTP/QR flow, once per file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sessions.file_path — one path, one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303520" cy="3840480"/>
          </a:xfrm>
          <a:prstGeom prst="roundRect">
            <a:avLst/>
          </a:prstGeom>
          <a:solidFill>
            <a:srgbClr val="FCEBD0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20840" y="214884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28600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22128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63240"/>
            <a:ext cx="46634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Add File(s) as many times as needed — staged list with × to remove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Nothing uploads until “Confirm Upload” is pressed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One OTP/QR covers the whole batch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sessions.files — JSON list of every file in the batch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Session 2 — What Was Built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08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150876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Staged Upload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Add File(s) accumulates picks into a visible, removable list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Confirm Upload sends the whole batch via fetch + FormData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0040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320040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All-or-Nothing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Every file in a batch must pass (PDF type, magic bytes, size)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One bad file rejects the whole batch and names it — nothing partially saved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2064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48920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Multi-File Sessions, End to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4924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One OTP/QR now carries a JSON list of files, not a single path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Kiosk pickup copies every file in the batch into file_browser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Tested and Working</a:t>
            </a:r>
          </a:p>
        </p:txBody>
      </p:sp>
      <p:sp>
        <p:nvSpPr>
          <p:cNvPr id="3" name="Oval 2"/>
          <p:cNvSpPr/>
          <p:nvPr/>
        </p:nvSpPr>
        <p:spPr>
          <a:xfrm>
            <a:off x="1645920" y="137160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0" y="1577339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3317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2A93B"/>
                </a:solidFill>
                <a:latin typeface="Calibri"/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E2761"/>
                </a:solidFill>
                <a:latin typeface="Calibri"/>
              </a:rPr>
              <a:t>automated tests</a:t>
            </a:r>
          </a:p>
          <a:p>
            <a:pPr algn="ctr"/>
            <a:r>
              <a:rPr sz="1400" b="0">
                <a:solidFill>
                  <a:srgbClr val="1E2761"/>
                </a:solidFill>
                <a:latin typeface="Calibri"/>
              </a:rPr>
              <a:t>all passing offline</a:t>
            </a:r>
          </a:p>
        </p:txBody>
      </p:sp>
      <p:sp>
        <p:nvSpPr>
          <p:cNvPr id="7" name="Oval 6"/>
          <p:cNvSpPr/>
          <p:nvPr/>
        </p:nvSpPr>
        <p:spPr>
          <a:xfrm>
            <a:off x="4027931" y="137617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661" y="1501902"/>
            <a:ext cx="251460" cy="251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9160" y="14173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Covered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1168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OTP→session lookup by typed code (verify_otp_for_source)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Batch upload: multi-file accept, all-or-nothing reject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Session cleanup across every file in a batch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Multi-file success/failure through the real FastAPI route</a:t>
            </a:r>
          </a:p>
        </p:txBody>
      </p:sp>
      <p:sp>
        <p:nvSpPr>
          <p:cNvPr id="11" name="Oval 10"/>
          <p:cNvSpPr/>
          <p:nvPr/>
        </p:nvSpPr>
        <p:spPr>
          <a:xfrm>
            <a:off x="7868412" y="1376172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142" y="1501902"/>
            <a:ext cx="251460" cy="2514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Needs the Real 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1168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Multi-file pickup driven through the real PyQt5 GUI (make run-sim)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Browser-automation coverage for the staged-list JS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live greenmail container / real Gmail account end-to-end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03520" cy="1965960"/>
          </a:xfrm>
          <a:prstGeom prst="roundRect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828799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6596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18470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Verify Multi-File Pickup on the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Drive a real multi-file wifi session through make run-sim and physical OTP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1965960"/>
          </a:xfrm>
          <a:prstGeom prst="roundRect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828799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8470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Add Browser Test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The staged-list JS (fetch/FormData/DOM) has no automated regression coverage yet.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303520" cy="1965960"/>
          </a:xfrm>
          <a:prstGeom prst="roundRect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416052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79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41788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Move Off Greenmail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463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Swap in the real Gmail account — an .env change, no code rewrite.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86200"/>
            <a:ext cx="5303520" cy="1965960"/>
          </a:xfrm>
          <a:prstGeom prst="roundRect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416052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297679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41788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Captive Portal + Admin Screens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Kiosk Wi-Fi hotspot redirect, plus admin visibility into session 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