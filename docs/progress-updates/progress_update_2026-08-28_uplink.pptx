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331720"/>
            <a:ext cx="82296" cy="1463040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515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Kiosk Internet Uplink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HAT vs 4G Router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2A93B"/>
                </a:solidFill>
                <a:latin typeface="Calibri"/>
              </a:rPr>
              <a:t>Why not the WiFi dongle   ·   The case for and against each cellular option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Calibri"/>
              </a:rPr>
              <a:t>Discussion draft  ·  August 28,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A1A2E"/>
                </a:solidFill>
                <a:latin typeface="Calibri"/>
              </a:rPr>
              <a:t>The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6B7280"/>
                </a:solidFill>
                <a:latin typeface="Calibri"/>
              </a:rPr>
              <a:t>The kiosk needs its own internet for email intake now, and for database sync and digital-wallet payment soon. It has to work in public locations where we can't rely on venue WiFi, so the uplink has to be cellular. Two ways to add cellular: a HAT on the Pi, or a standalone 4G router the Pi plugs into. This deck lays out both to weigh.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3362858" cy="173736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29970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2A93B"/>
                </a:solidFill>
                <a:latin typeface="Calibri"/>
              </a:rPr>
              <a:t>Rule Out the Dongle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29970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WiFi client needs a trusted local network we won't reliably have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11498" y="3726180"/>
            <a:ext cx="502920" cy="320040"/>
          </a:xfrm>
          <a:prstGeom prst="rightArrow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14418" y="3017520"/>
            <a:ext cx="3362858" cy="173736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7298" y="3246120"/>
            <a:ext cx="29970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2A93B"/>
                </a:solidFill>
                <a:latin typeface="Calibri"/>
              </a:rPr>
              <a:t>Two Cellular Options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298" y="3794760"/>
            <a:ext cx="29970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SIM7600G-H HAT on the Pi, or a separate 4G router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77276" y="3726180"/>
            <a:ext cx="502920" cy="320040"/>
          </a:xfrm>
          <a:prstGeom prst="rightArrow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80196" y="3017520"/>
            <a:ext cx="3362858" cy="173736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3076" y="3246120"/>
            <a:ext cx="29970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2A93B"/>
                </a:solidFill>
                <a:latin typeface="Calibri"/>
              </a:rPr>
              <a:t>Weigh It Together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3076" y="3794760"/>
            <a:ext cx="29970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Power, integration effort, field support, cost — no default pick yet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A1A2E"/>
                </a:solidFill>
                <a:latin typeface="Calibri"/>
              </a:rPr>
              <a:t>What Rides on the Uplink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63927" y="1234440"/>
            <a:ext cx="7863840" cy="7772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38247" y="130759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2A93B"/>
                </a:solidFill>
                <a:latin typeface="Calibri"/>
              </a:rPr>
              <a:t>Email Submission — live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8247" y="16184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IMAP poll + SMTP reply; a short outage is only a minor delay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58687" y="2039112"/>
            <a:ext cx="274320" cy="301752"/>
          </a:xfrm>
          <a:prstGeom prst="downArrow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63927" y="2331720"/>
            <a:ext cx="7863840" cy="7772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38247" y="24048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2A93B"/>
                </a:solidFill>
                <a:latin typeface="Calibri"/>
              </a:rPr>
              <a:t>SQLite -&gt; Cloud Sync — near-term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8247" y="27157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Continuous low-bandwidth WAL shipping for remote admin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58687" y="3136392"/>
            <a:ext cx="274320" cy="301752"/>
          </a:xfrm>
          <a:prstGeom prst="downArrow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63927" y="3429000"/>
            <a:ext cx="7863840" cy="7772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38247" y="350215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2A93B"/>
                </a:solidFill>
                <a:latin typeface="Calibri"/>
              </a:rPr>
              <a:t>Digital-Wallet Payment — potential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8247" y="3813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Real-time QR confirm; an outage means a failed sale at the kiosk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3927" y="4663440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6B7280"/>
                </a:solidFill>
                <a:latin typeface="Calibri"/>
              </a:rPr>
              <a:t>Each feature raises the uptime bar — the uplink choice should assume always-on, with a watchdog.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A1A2E"/>
                </a:solidFill>
                <a:latin typeface="Calibri"/>
              </a:rPr>
              <a:t>Ruled Out — The USB WiFi Dongle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110642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82296" cy="16002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What Was Proposed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Cheapest option — a ~$10 USB WiFi adapter, supervisor's preference on cost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Pi joins an existing WiFi network for its internet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63240"/>
            <a:ext cx="110642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063240"/>
            <a:ext cx="82296" cy="16002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Why It Doesn't Fit This Kiosk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Deploys in varied public sites with no WiFi we control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The school lobby's only network is faculty-restricted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Built-in Pi radio is already the customer upload hotspot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A dongle with nothing reliable to join is dead weight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110642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892040"/>
            <a:ext cx="82296" cy="16002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If It Ever Comes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Only as an opportunistic extra behind the cellular route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One in-kernel MT7612U dongle, to save data where free WiFi exists — deferred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A1A2E"/>
                </a:solidFill>
                <a:latin typeface="Calibri"/>
              </a:rPr>
              <a:t>Option A — SIM7600G-H 4G HAT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1106424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82296" cy="25146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The Case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Runs off the kiosk's one existing power cable — no second plug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One integrated unit; it's the part already in project_objectives.txt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Roadmap Phase 5 is already designed around it (ModemInterface / SimModem)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Global LTE bands incl. all of SEA, with 3G/2G fallback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40"/>
            <a:ext cx="1106424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77640"/>
            <a:ext cx="82296" cy="25146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148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The Case Against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2628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Fiddly on Linux: ModemManager, USB mode-switch, PWRKEY pulse on boot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We build and maintain the reconnect / watchdog / modem-reset logic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~2A TX bursts can brown out the Pi rail — needs a stronger PSU + heatsink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Covers the GPIO header — must confirm pass-through vs coin/bill/hopper pins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A1A2E"/>
                </a:solidFill>
                <a:latin typeface="Calibri"/>
              </a:rPr>
              <a:t>Option B — Standalone 4G Router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1106424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82296" cy="25146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The Case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Pi connects by plain DHCP over its free Ethernet port — zero modem code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Deletes Phase 5's modem-integration workstream entirely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Reconnect logic is the router's only job, with a diagnostics web UI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A dead unit is an operator box-swap; no GPIO header contention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40"/>
            <a:ext cx="1106424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77640"/>
            <a:ext cx="82296" cy="25146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148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The Case Against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2628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Needs its own mains PSU and a second plug out of the sealed enclosure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Or added internal power plumbing (IEC inlet + strip, or a DC-DC feed)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A second box to mount and power inside every unit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Diverges from the BOM; 5V models that share the Pi supply cost more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A1A2E"/>
                </a:solidFill>
                <a:latin typeface="Calibri"/>
              </a:rPr>
              <a:t>Head to 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82296" cy="11430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Power &amp; Cabling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HAT: one PSU, one cable — the kiosk's existing feed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Router: a second mains plug, or internal power plumbing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606040"/>
            <a:ext cx="82296" cy="11430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Pi-Side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546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HAT: modem bring-up + watchdog we write and maintain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Router: none — plain Ethernet, nothing to configure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4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977640"/>
            <a:ext cx="82296" cy="11430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1148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Field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262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HAT: module fault = tech visit; config tied to the Pi image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Router: swap the box, Pi untouched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349240"/>
            <a:ext cx="82296" cy="11430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4864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Cost &amp; Roadmap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8978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HAT: ~$55 + antennas (+ maybe PSU); matches BOM and Phase 5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Router: ~$50-60 + its own PSU; drops the modem workstream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A1A2E"/>
                </a:solidFill>
                <a:latin typeface="Calibri"/>
              </a:rPr>
              <a:t>Open Questions for the Group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5410047" cy="2491740"/>
          </a:xfrm>
          <a:prstGeom prst="roundRect">
            <a:avLst>
              <a:gd name="adj" fmla="val 8000"/>
            </a:avLst>
          </a:prstGeom>
          <a:solidFill>
            <a:srgbClr val="FC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486140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Second Power Feed — Acceptable?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4861407" cy="1623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Calibri"/>
              </a:rPr>
              <a:t>Can the enclosure take a second mains plug or an internal power strip, or is a single cable a hard constraint?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234440"/>
            <a:ext cx="5410047" cy="2491740"/>
          </a:xfrm>
          <a:prstGeom prst="roundRect">
            <a:avLst>
              <a:gd name="adj" fmla="val 8000"/>
            </a:avLst>
          </a:prstGeom>
          <a:solidFill>
            <a:srgbClr val="FC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1417320"/>
            <a:ext cx="486140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Appetite for Modem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1920240"/>
            <a:ext cx="4861407" cy="1623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Calibri"/>
              </a:rPr>
              <a:t>Are we comfortable owning the SIM7600 bring-up and watchdog code, given the team size?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00500"/>
            <a:ext cx="5410047" cy="2491740"/>
          </a:xfrm>
          <a:prstGeom prst="roundRect">
            <a:avLst>
              <a:gd name="adj" fmla="val 8000"/>
            </a:avLst>
          </a:prstGeom>
          <a:solidFill>
            <a:srgbClr val="FC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183380"/>
            <a:ext cx="486140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GPIO Header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86300"/>
            <a:ext cx="4861407" cy="1623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Calibri"/>
              </a:rPr>
              <a:t>Confirm whether the HAT variant passes through the pins the coin/bill/hopper wiring needs.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4000500"/>
            <a:ext cx="5410047" cy="2491740"/>
          </a:xfrm>
          <a:prstGeom prst="roundRect">
            <a:avLst>
              <a:gd name="adj" fmla="val 8000"/>
            </a:avLst>
          </a:prstGeom>
          <a:solidFill>
            <a:srgbClr val="FCEB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7327" y="4183380"/>
            <a:ext cx="486140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Bench Test Before Buying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4686300"/>
            <a:ext cx="4861407" cy="1623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Calibri"/>
              </a:rPr>
              <a:t>Prove stable reconnect under load on one SIM7600G-H first — the hardware isn't on the critical path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