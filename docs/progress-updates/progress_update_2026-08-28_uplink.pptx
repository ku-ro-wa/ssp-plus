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4" r:id="rId15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A1A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8640" y="2331720"/>
            <a:ext cx="82296" cy="1463040"/>
          </a:xfrm>
          <a:prstGeom prst="roundRect">
            <a:avLst>
              <a:gd name="adj" fmla="val 50000"/>
            </a:avLst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10515600" cy="1920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Kiosk Internet Uplink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400" b="1" i="0">
                <a:solidFill>
                  <a:srgbClr val="FFFFFF"/>
                </a:solidFill>
                <a:latin typeface="Calibri"/>
              </a:rPr>
              <a:t>HAT vs 4G Router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2A93B"/>
                </a:solidFill>
                <a:latin typeface="Calibri"/>
              </a:rPr>
              <a:t>Why not the WiFi dongle   ·   The case for and against each cellular option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Calibri"/>
              </a:rPr>
              <a:t>Discussion draft  ·  August 28,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The Decision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1106424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600" b="0" i="0">
                <a:solidFill>
                  <a:srgbClr val="6B7280"/>
                </a:solidFill>
                <a:latin typeface="Calibri"/>
              </a:rPr>
              <a:t>The kiosk needs its own internet for email intake now, and for database sync and digital-wallet payment soon. It has to work in public locations where we can't rely on venue WiFi, so the uplink has to be cellular. Two ways to add cellular: a HAT on the Pi, or a standalone 4G router the Pi plugs into. This deck lays out both to weigh.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017520"/>
            <a:ext cx="3362858" cy="17373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3246120"/>
            <a:ext cx="29970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2A93B"/>
                </a:solidFill>
                <a:latin typeface="Calibri"/>
              </a:rPr>
              <a:t>Rule Out the Dongle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794760"/>
            <a:ext cx="29970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A WiFi client needs a trusted local network we won't reliably have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911498" y="3726180"/>
            <a:ext cx="502920" cy="320040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414418" y="3017520"/>
            <a:ext cx="3362858" cy="17373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97298" y="3246120"/>
            <a:ext cx="29970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2A93B"/>
                </a:solidFill>
                <a:latin typeface="Calibri"/>
              </a:rPr>
              <a:t>Two Cellular Options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97298" y="3794760"/>
            <a:ext cx="29970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SIM7600G-H HAT on the Pi, or a separate 4G router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7777276" y="3726180"/>
            <a:ext cx="502920" cy="320040"/>
          </a:xfrm>
          <a:prstGeom prst="right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280196" y="3017520"/>
            <a:ext cx="3362858" cy="173736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463076" y="3246120"/>
            <a:ext cx="2997098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900" b="1" i="0">
                <a:solidFill>
                  <a:srgbClr val="F2A93B"/>
                </a:solidFill>
                <a:latin typeface="Calibri"/>
              </a:rPr>
              <a:t>Weigh It Together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3076" y="3794760"/>
            <a:ext cx="2997098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10000"/>
              </a:lnSpc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Calibri"/>
              </a:rPr>
              <a:t>Power, integration effort, field support, cost — no default pick yet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What Rides on the Uplink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163927" y="123444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38247" y="130759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Email Submission — live now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38247" y="161848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IMAP poll + SMTP reply; a short outage is only a minor delay</a:t>
            </a:r>
          </a:p>
        </p:txBody>
      </p:sp>
      <p:sp>
        <p:nvSpPr>
          <p:cNvPr id="7" name="Down Arrow 6"/>
          <p:cNvSpPr/>
          <p:nvPr/>
        </p:nvSpPr>
        <p:spPr>
          <a:xfrm>
            <a:off x="5958687" y="203911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163927" y="233172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38247" y="240487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SQLite -&gt; Cloud Sync — near-term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38247" y="271576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Continuous low-bandwidth WAL shipping for remote admin</a:t>
            </a:r>
          </a:p>
        </p:txBody>
      </p:sp>
      <p:sp>
        <p:nvSpPr>
          <p:cNvPr id="11" name="Down Arrow 10"/>
          <p:cNvSpPr/>
          <p:nvPr/>
        </p:nvSpPr>
        <p:spPr>
          <a:xfrm>
            <a:off x="5958687" y="3136392"/>
            <a:ext cx="274320" cy="301752"/>
          </a:xfrm>
          <a:prstGeom prst="downArrow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163927" y="3429000"/>
            <a:ext cx="7863840" cy="77724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438247" y="3502152"/>
            <a:ext cx="73152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F2A93B"/>
                </a:solidFill>
                <a:latin typeface="Calibri"/>
              </a:rPr>
              <a:t>Digital-Wallet Payment — potential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38247" y="3813048"/>
            <a:ext cx="73152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Calibri"/>
              </a:rPr>
              <a:t>Real-time QR confirm; an outage means a failed sale at the kiosk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3927" y="4663440"/>
            <a:ext cx="78638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0" i="1">
                <a:solidFill>
                  <a:srgbClr val="6B7280"/>
                </a:solidFill>
                <a:latin typeface="Calibri"/>
              </a:rPr>
              <a:t>Each feature raises the uptime bar — the uplink choice should assume always-on, with a watchdog.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Ruled Out — The USB WiFi Dongle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What Was Proposed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Cheapest option — a ~$10 USB WiFi adapter, supervisor's preference on cost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Pi joins an existing WiFi network for its internet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Why It Doesn't Fit This Kiosk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Deploys in varied public sites with no WiFi we control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The school lobby's only network is faculty-restricted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Built-in Pi radio is already the customer upload hotspot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A dongle with nothing reliable to join is dead weight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8920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If It Ever Comes Back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Only as an opportunistic extra behind the cellular route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One in-kernel MT7612U dongle, to save data where free WiFi exists — deferred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Option A — SIM7600G-H 4G HAT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25146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The Case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Runs off the kiosk's one existing power cable — no second plug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One integrated unit; it's the part already in project_objectives.txt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Roadmap Phase 5 is already designed around it (ModemInterface / SimModem)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Global LTE bands incl. all of SEA, with 3G/2G fallback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40"/>
            <a:ext cx="110642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977640"/>
            <a:ext cx="82296" cy="25146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The Case Against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2628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Fiddly on Linux: ModemManager, USB mode-switch, PWRKEY pulse on boot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We build and maintain the reconnect / watchdog / modem-reset logic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~2A TX bursts can brown out the Pi rail — needs a stronger PSU + heatsink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Covers the GPIO header — must confirm pass-through vs coin/bill/hopper pins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Option B — Standalone 4G Router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25146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The Case For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Pi connects by plain DHCP over its free Ethernet port — zero modem code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Deletes Phase 5's modem-integration workstream entirely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Reconnect logic is the router's only job, with a diagnostics web UI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A dead unit is an operator box-swap; no GPIO header contention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977640"/>
            <a:ext cx="11064240" cy="25146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977640"/>
            <a:ext cx="82296" cy="25146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The Case Against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526280"/>
            <a:ext cx="104241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Needs its own mains PSU and a second plug out of the sealed enclosure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Or added internal power plumbing (IEC inlet + strip, or a DC-DC feed)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A second box to mount and power inside every unit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Diverges from the BOM; 5V models that share the Pi supply cost more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Head to Head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Power &amp; Cabling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HAT: one PSU, one cable — the kiosk's existing feed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Router: a second mains plug, or internal power plumbing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6060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26060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2743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Pi-Side Integration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1546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HAT: modem bring-up + watchdog we write and maintain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Router: none — plain Ethernet, nothing to configure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39776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39776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Field Support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262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HAT: module fault = tech visit; config tied to the Pi image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Router: swap the box, Pi untouched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5349240"/>
            <a:ext cx="110642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48640" y="5349240"/>
            <a:ext cx="82296" cy="11430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486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Cost &amp; Roadmap Fit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5897880"/>
            <a:ext cx="10424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HAT: ~$55 + antennas (+ maybe PSU); matches BOM and Phase 5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Router: ~$50-60 + its own PSU; drops the modem workstream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Open Questions for the Group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5410047" cy="249174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Second Power Feed — Acceptable?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920240"/>
            <a:ext cx="4861407" cy="162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Can the enclosure take a second mains plug or an internal power strip, or is a single cable a hard constraint?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33007" y="1234440"/>
            <a:ext cx="5410047" cy="249174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07327" y="141732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Appetite for Modem Integration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07327" y="1920240"/>
            <a:ext cx="4861407" cy="162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Are we comfortable owning the SIM7600 bring-up and watchdog code, given the team size?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4000500"/>
            <a:ext cx="5410047" cy="249174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18338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GPIO Header Check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686300"/>
            <a:ext cx="4861407" cy="162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Confirm whether the HAT variant passes through the pins the coin/bill/hopper wiring needs.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4000500"/>
            <a:ext cx="5410047" cy="2491740"/>
          </a:xfrm>
          <a:prstGeom prst="roundRect">
            <a:avLst>
              <a:gd name="adj" fmla="val 8000"/>
            </a:avLst>
          </a:prstGeom>
          <a:solidFill>
            <a:srgbClr val="FCEB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07327" y="4183380"/>
            <a:ext cx="4861407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Bench Test Before Buying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07327" y="4686300"/>
            <a:ext cx="4861407" cy="16230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300" b="0" i="0">
                <a:solidFill>
                  <a:srgbClr val="1A1A2E"/>
                </a:solidFill>
                <a:latin typeface="Calibri"/>
              </a:rPr>
              <a:t>Prove stable reconnect under load on one SIM7600G-H first — the hardware isn't on the critical path yet.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8EE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000" b="1" i="0">
                <a:solidFill>
                  <a:srgbClr val="1A1A2E"/>
                </a:solidFill>
                <a:latin typeface="Calibri"/>
              </a:rPr>
              <a:t>Concrete Parts — What Each Option Buys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2344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3716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Option A — SIM7600G-H 4G HAT build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7830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Waveshare SIM7600G-H 4G HAT — the part already in the BOM, ~$60-85 (Waveshare direct / Amazon); the "(B)" variant adds GNSS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Better-supported alternative: Sixfab Base HAT + Quectel EG25-G, ~$75-100 — Sixfab's connection manager replaces watchdog/reconnect code we'd otherwise write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Raspberry Pi 27W USB-C PSU (5.1V / 5A), ~$14 — one supply with headroom for the modem's ~2A TX bursts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2x SMA LTE paddle antennas (~$10), stick-on heatsink for the module, PWRKEY jumpered to a spare GPIO for boot pulse + software reset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30632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30632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32004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Option B — Standalone 4G router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6118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Baseline: TP-Link Archer MR200 — LTE Cat-4, 4x Ethernet, web diagnostics UI, mains PSU included, ~$65-110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Same class: Huawei B311 / B535, ~$55-80 — mains-powered, one RJ45 LAN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Single-supply option: GL.iNet GL-XE300 "Puli" — 5V USB-C in, OpenWrt diagnostics, ~$110-130; avoids a second mains voltage but still its own cable/port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Pi connects over its free Ethernet port by DHCP — nothing else to add on the Pi side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892040"/>
            <a:ext cx="11064240" cy="16002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48640" y="4892040"/>
            <a:ext cx="82296" cy="1600200"/>
          </a:xfrm>
          <a:prstGeom prst="rect">
            <a:avLst/>
          </a:prstGeom>
          <a:solidFill>
            <a:srgbClr val="F2A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" y="5029200"/>
            <a:ext cx="104241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1E2761"/>
                </a:solidFill>
                <a:latin typeface="Calibri"/>
              </a:rPr>
              <a:t>Either way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5440680"/>
            <a:ext cx="104241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Local prepaid data SIM (Globe / Smart / DITO), standard 4G APN — recurring cost already approved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All candidate modems/routers cover PH LTE bands (B3 / B28 / B41) and the wider SEA set; confirm against the chosen carrier before ordering</a:t>
            </a:r>
          </a:p>
          <a:p>
            <a:pPr>
              <a:spcAft>
                <a:spcPts val="300"/>
              </a:spcAft>
            </a:pPr>
            <a:r>
              <a:rPr sz="1300">
                <a:solidFill>
                  <a:srgbClr val="1A1A2E"/>
                </a:solidFill>
                <a:latin typeface="Calibri"/>
              </a:rPr>
              <a:t>•  Antenna cable gland / strain relief where the lead exits the wooden enclosure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