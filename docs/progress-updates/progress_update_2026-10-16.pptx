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331720"/>
            <a:ext cx="82296" cy="146304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515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Vouchers Done,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Real Money on the Kiosk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2A93B"/>
                </a:solidFill>
                <a:latin typeface="Calibri"/>
              </a:rPr>
              <a:t>Voucher Completion   ·   Kiosk Pi Bring-up   ·   Payment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October 9 – 15, 2026   ·   Progress update, October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From Simulator to Real Coins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The Voucher system was finished in SIM_MODE, then the app ran on the kiosk Pi for real: portal, screen and startup problems were fixed, the SD card was rebuilt, and real coins and change now work end to end. 12 PRs merged; tests went from 433 to 573.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3362858" cy="1737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29970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2A93B"/>
                </a:solidFill>
                <a:latin typeface="Calibri"/>
              </a:rPr>
              <a:t>Finish Vouchers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29970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Apply, check balance, warn when change is low, report liability, read Voucher QR codes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11498" y="3726180"/>
            <a:ext cx="502920" cy="32004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14418" y="3017520"/>
            <a:ext cx="3362858" cy="1737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7298" y="3246120"/>
            <a:ext cx="29970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2A93B"/>
                </a:solidFill>
                <a:latin typeface="Calibri"/>
              </a:rPr>
              <a:t>Run on the 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298" y="3794760"/>
            <a:ext cx="29970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portal loads offline, clean shutdown, UI scaled to 1080p, SD card rebuild guide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77276" y="3726180"/>
            <a:ext cx="502920" cy="32004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80196" y="3017520"/>
            <a:ext cx="3362858" cy="1737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3076" y="3246120"/>
            <a:ext cx="29970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2A93B"/>
                </a:solidFill>
                <a:latin typeface="Calibri"/>
              </a:rPr>
              <a:t>Real Payments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3076" y="3794760"/>
            <a:ext cx="29970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coins credit on the right pin, hoppers pay exact change, payouts fail safe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Vouchers — 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3927" y="123444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8247" y="13075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Low-change banner on idle / homepage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247" y="16184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get_max_dispensable_change() &lt; ₱20 threshold → warn, “Continue anyway?”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203911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63927" y="233172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8247" y="2404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Shortfall at payout → VoucherManager.issue()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27157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change the hoppers can't give becomes a V1:&lt;code&gt; Voucher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58687" y="313639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63927" y="34290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8247" y="3502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Customer returns: keypad or QR 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247" y="3813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_on_qr_read → decide_qr_read → apply_voucher_code / check_voucher_code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23367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63927" y="452628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8247" y="45994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transactions 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247" y="4910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change_dispensed · voucher_issued · voucher_applied on the same row as revenue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58687" y="533095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63927" y="562356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38247" y="56967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Admin Dashboard /accounting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8247" y="6007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Change &amp; Vouchers table + outstanding liability (unexpired remaining value)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Vouchers — What Was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Apply at Payment + Balance Check  (#53, #54, #56)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On-screen keypad to type a code; Vouchers combine with cash or cover the whole job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New voucher_balance screen from the homepage; one wrong-code lockout shared by both screens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Low-Change Warnings  (#58, closes #24)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Banner on idle/homepage below ₱20 of dispensable change; re-checked on every screen entry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Idle asks “Continue anyway / Cancel”; payment says ungiven change becomes a Voucher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776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Dashboard Liability  (#60, closes #28 — last child of #21)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Change dispensed, issued, Applied summed from transactions so they reconcile with revenue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Liability read from vouchers as of now; failed-print gap filed as #59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3492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Voucher QR Reads  (#61, #62, closes #57, #37)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V1: reads Apply at payment, check on balance screen — verified on the Pi with the real reader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Dispatch seam now tested (branch swap fails 3 tests); renamed to decide_qr_read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Kiosk Pi — Phone to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3927" y="123444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8247" y="13075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Phone joins the kiosk Hotspot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247" y="16184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OS sends its “am I online?” probe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203911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63927" y="233172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8247" y="2404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dnsmasq + nft  (#63, open)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27157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every name → the Pi; port 80 → probe responder on :8080; 443 reset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58687" y="313639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63927" y="34290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8247" y="3502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webapp/captive.py probe responder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247" y="3813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not yet released → 302 /upload, so the OS opens its sign-in window there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23367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63927" y="452628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8247" y="45994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Portal /upload  (#50)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247" y="4910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inline SVG icons, no internet fetches; other traffic rejected at once, not dropped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3927" y="576072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Captive-probe detection is ADR 0008, proposed; merge waits on the device test matrix.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Kiosk Pi — What Was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Portal Works Offline  (#50) + Clean Shutdown  (#51)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Font Awesome CDN replaced by inline SVGs; firewall rejects instead of drops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Ctrl+C / SIGTERM now run cleanup() — needed for systemd stop later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UI Scaled to the Screen  (#65) + make run over SSH  (#67)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UI_SCALE auto = height ÷ 800 → 1.35× on 1080p; all 16 screens fit, verified on the kiosk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make run uses DISPLAY=:0 if the kiosk screen is up, otherwise headless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776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No pigpio = No Start  (#66, open)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Sim coin buttons appeared whenever pigpio failed to import — free credit on a real kiosk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Now: SIM_MODE off + no pigpiod → log GPIO error and exit; sim buttons only in SIM_MODE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3492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SD Card Died 2026-10-14 → Rebuild Guide  (#69)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docs/KIOSK_PI_SETUP.md: 17 steps from a blank card, with a done/not-done status table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Printer, QR reader, autostart and Tailscale still to do on the new card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Payments — Coin In, Change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3927" y="123444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8247" y="13075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Coin acceptor → GPIO 12  (#68)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247" y="16184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5 ms glitch filter; count low pulses 10–150 ms wide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203911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63927" y="233172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8247" y="2404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Pulse count → coin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27157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₱1 3–4 · ₱5 5–6 · ₱10 8–9 · ₱20 11–12; unmatched counts are logged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58687" y="313639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63927" y="34290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8247" y="3502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PaymentModel (signals connected once)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247" y="3813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each coin credited once; money restarts the 60 s timeout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23367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63927" y="452628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8247" y="45994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Hoppers: sensors GPIO 9 / 26  (#70)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247" y="4910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motor off first; one 1.5 s attempt per coin, one 20–300 ms pulse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58687" y="533095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63927" y="562356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38247" y="56967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Coin not seen → stop that hopper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8247" y="6007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rest of the change becomes a Voucher; screen locked until payout 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Payments — What Was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Coins Credit  (#68)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Code listened on GPIO 17; acceptor is on 12 — pins now read from .env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~85 noise spikes/s filtered; pulse table fixed (₱1 was being ignored, ₱20 read as ₱10)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Hoppers Pay Exact Change  (#70)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Paid ₱11 for ₱4 and ₱75 for ₱14 — sensors were on 9/26, not 10/11 (found by scanning every GPIO)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Blind runs capped: 1.5 s per coin instead of up to 50 s; a missed coin becomes a Voucher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776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Payout Safety  (#70)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Back and timeout can't cancel a paid job mid-payout; motors stopped at startup and on exit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Fixes Ctrl+C leaving a motor running (31 coins out); enable pin set off before output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3492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Double Credit Fixed  (#68; also #64)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Signals reconnected on every payment visit → Nth customer credited N×; now connected once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#64 had the same fix but never merged; it can be closed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Tested and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F2A93B"/>
                </a:solidFill>
                <a:latin typeface="Calibri"/>
              </a:rPr>
              <a:t>573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3840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automated tests passing on main (433 at the start of the week, +140); flake8 clean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Covered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916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Voucher Apply, balance check, shared lockout, QR dispatch and order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Dashboard change/Voucher figures reconcile with revenue; liability excludes expired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Coin and hopper pulse filtering with synthetic pigpio edges, incl. tick wrap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Payout lock: Back ignored mid-payout, timeout restarts on money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UI scale resolution; portal has no outside URLs; hotspot rules in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234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Verified on the Kiosk (Oct 15)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916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₱1/₱5/₱10/₱20 coins credit correctly, once each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₱10 for ₱6 → exactly ₱4; ₱20 for ₱6 → exactly ₱14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Empty hopper → ~1.5 s run, Voucher covers the rest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Ctrl+C mid-payout stops the motor; UI at 1.35× fits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Still to test: bills (worn notes rejected), #63 devices, #66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Merge the pigpio check (#66)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Until it lands, a real kiosk without pigpiod shows sim buttons that add free credit.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23444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Finish the new SD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7" y="192024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Printer, QR reader, systemd autostart and Tailscale, then back up the card image.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7848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6136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Retest bills with good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6428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No bill was accepted on Oct 15 with worn notes; apply the coin-line filter if it still fails.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07848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326136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Captive portal device tests (#63)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376428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Run the iPhone / Android / Windows / Mac matrix and decide HTTPS on the Hotspot (ADR 0008).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2252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0540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Close loose 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0832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Close #64 (shipped in #68); fix #59 so failed prints still reach accounting and coin inventory.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92252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510540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Remote access (#41)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560832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Next on the roadmap: view-only Kiosk Admin in the Admin Dashboard over Tailscale.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