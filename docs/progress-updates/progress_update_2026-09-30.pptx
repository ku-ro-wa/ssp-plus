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QR Reader Comes 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Parent #30 · Issues #31–#36 closed   ·   Lint cleanup sidenote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September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From Decorative QR to Working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Every upload page and reply email already printed a QR code, but the kiosk could not read it. Today six issues turned the new hardware reader into a safe, tested input path, and the remaining work is hardware verification and Voucher reads.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rename Source to scanner; reader manager and redemption logic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11498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4418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298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Customer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code screens, messages, brightness help, hint text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7276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0196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3076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Hardening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lost-reader retry, error log, Kiosk Admin status, setup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Issues Closed Today (6 of 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#31 Rename Source scan →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One name for the flatbed Source across Sessions, transactions and the Admin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#32 Tracer bullet: read a Session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Reader thread, payload classification and redemption on idle and homepage.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#33 Brightness reminder + wake 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Portal and reply email tell customers to raise brightness; the page keeps the screen awake.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307848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326136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#34 Kiosk setup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376428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udev rule, .env port, and the reader configuration sequence, including the ms unit.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#35 Code screens, messages, kiosk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Wi-Fi/Email screens accept reads; clear messages for every unusable read.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922520"/>
            <a:ext cx="5410047" cy="156972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510540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#36 Handle a lost reader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327" y="5608320"/>
            <a:ext cx="4861407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Retry every 5 s, error_log rows, and a status line in Kiosk 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How a QR Read Becomes a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QR reader (USB serial)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reads the phone QR, sends one CR-terminated line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QrReaderManager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frames the line; classify_payload() → session / voucher / malformed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decide_redemption()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screen check, source check, then exact-pair verify_otp()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main_app._on_qr_read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go to Wi-Fi flow, go to email flow, show message, or ignore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58687" y="533095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63927" y="562356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8247" y="569671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open_session_files() → file_browser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8247" y="600760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same path a correctly typed OTP 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Was Built — Reader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Source Rename (#31)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Flatbed Sessions now stored as 'scanner'; redeem portal looks up 'scanner'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No migration needed: Sessions expire in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Reader Manager + Redemption (#32) — managers/qr_reader.py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Background thread, CR framing, exact formats: 16 hex + ':' + 6 digits, or V1: prefix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Wrong OTP in a valid read counts toward the same lockout; malformed reads never do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SIM_MODE shortcut Ctrl+Shift+Q injects a payload; blank QR_READER_PORT turns the reader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Brightness + Wake Lock (#33)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Bench tests showed reads fail at minimum brightness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Success page requests a screen wake lock; unsupported browsers skip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Was Built — Customer Path and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Code Screens and Messages (#35)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Wi-Fi and Email screens accept reads; a Session from the other Source opens its own flow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Expired, used, locked, wrong-Source, malformed and Voucher reads show a message, never a failed attempt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Other screens ignore reads; duplicates within 3 s are dropped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Lost Reader (#36)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Port factory, connected/unavailable state, retry every 5 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One error_log row per loss and recovery; Kiosk Admin shows status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Typed codes keep working the whole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Setup Docs (#34) — docs/SETUP.md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udev rule ignores the reader as a keyboard and gives a stable by-id path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Numbered configuration sequence using the manual's own barcode names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Design Decisions Worth Remembering (ADR 0004)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Serial Mode, Not Keyboard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Keyboard mode loses reads on screens with no input field and can mangle ':' on other layouts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Serial gives one clean line per read on any screen; the app decides who accepts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Every Payload Is Untrusted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module cannot lock out settings barcodes, so anyone can reconfigure it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Exact-format classification plus OS-level udev ignore limit what a reconfigured reader can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Fail Safe, Not Fail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reader failure never stops sales: logged, shown in Kiosk Admin, typed codes continue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No operator SMS yet; waits on the planned replacement for the GSM channel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Sidenote: make lint Cleanup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flake8 findings left, down from 1,359 (commit e73d9bb)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autopep8 whitespace and blank-line fixes across ~60 files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Unused imports/variables removed; bare excepts narrowed to Exception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Real bug: setup_gpio used an undefined pigpio; now a guarded import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.flake8: max line 160; main_app.py exempt from E402 (sys.path setup)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Left Alone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F811: complete_payment and _on_dispensing_finished are each defined twice in payment/model.py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The shadowed copies differ (transaction_data, paper check, cash inventory)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Removing one is a payment-behavior decision, so it needs an owner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275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tests, all passing offline (make 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Reader framing, classification and port loss/recovery via pyserial loop://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Redemption decisions for every screen, Source, OTP outcome and message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Portal brightness line and wake-lock script; reply email body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Source rename across adapter, route and Session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Needs 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udev rule and stable by-id path across reboot (#38)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Reader in keyboard mode cannot type into the kiosk (#38)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Real Wi-Fi and email QR reads from a phone on the Pi (#38)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Unplug/replug shows status change and resumes reads (#38)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Remaining Issues — Parent #30 Stays Open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#30 Parent: read Session payloads at the kiosk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Open until the two children below are done; its Session-payload stories are all implemented.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#38 Verify the QR reader on the kiosk 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ready-for-human: needs the demo Pi and the reader in hand. Related to #29, not blocked by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#37 Read Voucher payloads at payment and balance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Replaces the 'Vouchers can only be used at payment' message. Blocked by #35 (done), #26 and #27.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Payment F811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Decide which complete_payment / _on_dispensing_finished survives so make lint reaches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Also Open — Voucher Epic #21 and Pi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#22–#25 Voucher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Storage and codes, recording change dispensed, low-change warnings, issuing a Voucher for a Shortfall.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#26 and #27 Apply and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Apply Vouchers at payment and check balance from the homepage. These unblock #37.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#28 Admin Dashboard 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Show Voucher liability and amounts in the Admin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#29 RaspAP + Nodogsplash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Captive portal setup on the isolated Pi, also the demo Pi that #38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