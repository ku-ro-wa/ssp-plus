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82296" cy="14630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Wi-Fi + Email Intake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Runnable End-to-End in 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A93B"/>
                </a:solidFill>
                <a:latin typeface="Calibri"/>
              </a:rPr>
              <a:t>Env-gated portal TLS   ·   Real Gmail wiring   ·   Self-explanatory kiosk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September 10, 2026   ·   Issue #7   ·   Roadmap phases 4 (Wi-Fi) &amp; 5 (Email)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How It Works — One Converged Intake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Phone / mail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upload a PDF to the portal URL, or email it with DEMO_TRIGGER in the subject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WebAppThreadManager.from_config()  ·  EmailPollerThreadManager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in-process uvicorn with env-gated TLS; 20s IMAP/SSL poll + SMTP/SSL OTP reply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SessionManager.create_session()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mints OTP + QR + expiry for the Wi-Fi or email source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23367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3927" y="452628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247" y="45994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kiosk wifi / email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247" y="4910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now shows the live portal URL / submission address + keyword; operator types the OTP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58687" y="533095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63927" y="562356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8247" y="56967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verify_otp_for_source() -&gt; file_browser -&gt; payment -&gt; simulated 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8247" y="6007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files copied to a working dir; identical path to USB onward (thank_you + transactions row + paper decrement)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 This Session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Env-gated TLS for the Wi-Fi portal  —  webapp_thread.py, config.py, main_app.py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New WebAppThreadManager.from_config() (mirrors EmailPollerThreadManager); main_app calls it instead of the bare constructor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HTTPS only when WIFI_TLS_CERTFILE + WIFI_TLS_KEYFILE both exist on disk — else plain HTTP after one warning line, so make run-sim needs no cert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wifi_portal_url() now takes the server's real tls_enabled state, so the kiosk hint can't disagree with the running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Real Gmail wiring  —  .env, .env.example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Full EMAIL_* block with Gmail endpoints (imap.gmail.com:993, smtp.gmail.com:465, SSL on); poll relaxed to 20s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EMAIL_USER / EMAIL_PASSWORD left blank for the operator to fill by hand — the App Password never passes through a tool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.env.example ships Gmail as the active keys, greenmail demoted to a commented offline block; config.py defaults still greenmail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Self-explanatory kiosk screens  —  screens/wifi/*, screens/email/*, ui/qr.py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wifi screen shows the live portal URL (LAN IP via a packet-free stdlib socket trick) and a scannable QR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email screen shows the address + subject keyword + a mailto: QR; says "no account configured" when EMAIL_USER is blank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New SSP/ui/qr.py qr_pixmap() for on-screen display; both on_enter hints wrapped in try/except so they can't break navigation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Incidental cleanup  —  screens/homepage/controller.py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Dropped stale "not implemented yet" prints / TODOs for the wifi/email branches wired up two sessions ago (scanner keeps a stub note)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Cleaned pre-existing flake8 noise (E303/W293/E111/W292) in the three touched controller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Tested and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F2A93B"/>
                </a:solidFill>
                <a:latin typeface="Calibri"/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automated tests passing offline
(75 existing + 7 new: 4 TLS-gating + 3 portal-URL scheme)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Covered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make test — full suite incl. new from_config() TLS gating + wifi_portal_url() scheme tests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make lint — no new violations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Full PrintingSystemApp boot; uvicorn thread starts/stops cleanly via cleanup()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wifi / email on_enter hint code runs (LAN-IP resolve, qr_pixmap, hint setters) without error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config reads the Gmail endpoints through from .env (SSL on, keyword DEMO_TRIGGER)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Needs the Real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Wi-Fi: upload a PDF from a phone on the LAN -&gt; OTP -&gt; file_browser -&gt; payment -&gt; simulated print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Email: fill real Gmail creds, send a PDF with a DEMO_TRIGGER subject, read the OTP from the ~20s reply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Negative paths: wrong/expired code, 5-attempt lockout, no-keyword / no-PDF, fake-%PDF upload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Self-signed cert accepted on the phone browser (warning shown each visit)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Reconcile CLAUDE.md's "no silent defaults"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Every email_*/wifi_* config property catches KeyError and returns a default; the doc is the cheaper fix.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23444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Trust the self-signed cert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92024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The phone shows a browser warning every visit — a real deployment needs the cert trusted on provisioned devices or a different PKI 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7848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6136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Email replay helper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6428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Gmail marks handled mail \Seen and the log dedupes by UID, so every demo run needs a freshly-sent message. Accepted as-is.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07848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326136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Captive portal + 4G data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376428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RaspAP + Nodogsplash and the SIM7600G-H data path are still unbuilt; the portal runs on the kiosk's own network interface for now.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2252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0540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Kiosk-side QR scanning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0832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The OJ-HS-23 scanner isn't wired; the "QR Code Scan" card on both screens is still a stub. OTP entry is the only redemption path.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92252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510540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Scheduler for cleanup_expired_sessions()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560832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Expired-session temp files linger until something calls it — still no scheduler.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