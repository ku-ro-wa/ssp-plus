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331720"/>
            <a:ext cx="82296" cy="146304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515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Notion-Inspired Kiosk UI Redesign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2A93B"/>
                </a:solidFill>
                <a:latin typeface="Calibri"/>
              </a:rPr>
              <a:t>Idle &amp; Homepage Pilot   ·   Wi-Fi / Email / Scanner Rollout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August 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How It Works — Shared Design 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63927" y="123444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38247" y="130759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ui/theme.py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247" y="16184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COLORS/SPACING/RADIUS/FONT tokens folded into QSS via f-strings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58687" y="203911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63927" y="233172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8247" y="2404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ui/widgets.py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247" y="27157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Header, Card, PrimaryButton/SecondaryButton, BackButton, StatusBanner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58687" y="313639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63927" y="342900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8247" y="3502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ui/icons.py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8247" y="3813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SVG icons loaded via QSvgWidget, colored to match theme text tones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5958687" y="423367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163927" y="452628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38247" y="459943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screens/*/view.py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38247" y="491032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each screen composes the shared widgets instead of ad hoc styling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63927" y="5760720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6B7280"/>
                </a:solidFill>
                <a:latin typeface="Calibri"/>
              </a:rPr>
              <a:t>Built once against idle/homepage, then reused unchanged for wifi/email/scanner.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What Was Built — Pilot (Idle &amp; Homepage)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Shared ui/ 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New theme.py / widgets.py / icons.py design system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setObjectName()-scoped QSS so styles can't leak across screens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Single light theme — fixed kiosk hardware, no theme toggle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Baked-In Banner Removed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Green/gold banner was painted into background PNGs, not a widget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Erased via PIL after pixel-sampling each banner's exact extent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Re-verified pure white after erase (idle needed a second, larger pass)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9776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Real Kiosk Resolution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setGeometry(100,100,1280,720) replaced with primaryScreen().geometry()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Real hardware targets 1920x1080; resolution now queried at runtime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Timer label repositioned dynamically instead of a hardcoded x=1040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3492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4864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Homepage Layout Fix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978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Cards rearranged into a 2x2 grid per feedback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Fixed content clipping past the bottom of the screen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Fixed addSpacing() replaced with addStretch() to absorb extra height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What Was Built — Rollout (Wi-Fi / Email / Scanner)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Consolidated Card Pattern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Deleted 3 copy-pasted ClickableCard classes, one per screen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Card gained an extra_widget slot for wifi/email's OTP input + Send button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BackButton unifies all back/cancel navigation to a neutral style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StatusBanner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Replaces plain status QLabel with color-coded success/warning/error banner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New success/warning tokens added to theme.py alongside existing danger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9776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Bugs Fixed Along the 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Duplicate send_otp_clicked signal declaration (wifi + email) removed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Scanner's Start Scan card now disables itself mid-scan (no double-tap)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3492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4864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Dead Code Removed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978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screens/dialogs/payment_suggestion_dialog/ deleted (confirmed superseded)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Zero remaining references confirmed via repo-wide grep before deletion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Tested and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3840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8000" b="1" i="0">
                <a:solidFill>
                  <a:srgbClr val="F2A93B"/>
                </a:solidFill>
                <a:latin typeface="Calibri"/>
              </a:rPr>
              <a:t>75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3840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automated tests, all passing — no regressions from this session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344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Covered Offline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9164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Full pytest suite (make test)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flake8 clean on every touched file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Pixel-level re-check of every edited background PNG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make run-sim boots with no new console errors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Every wifi/email/scanner signal cross-checked against controllers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234440"/>
            <a:ext cx="3566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Needs the Real Thing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691640"/>
            <a:ext cx="35661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Interactive click-through of wifi/email/scanner in make run-sim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Visual check of both StatusBanner variants (success + forced error)</a:t>
            </a:r>
          </a:p>
          <a:p>
            <a:pPr>
              <a:spcAft>
                <a:spcPts val="8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Card hover/tap feedback on the real touchscreen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What's Next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410047" cy="249174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Phase B — Core Transactional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861407" cy="1623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usb, print_options, file_browser, payment: shared components, wire up file_browser's unused drag-to-scroll, replace payment's single label with a StatusBanner state machine.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234440"/>
            <a:ext cx="5410047" cy="249174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41732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Phase C — Admin &amp; Back-Office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7327" y="1920240"/>
            <a:ext cx="4861407" cy="1623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admin, data_viewer, thank_you, PIN dialog: fix two dead-code bugs hiding low-ink/low-paper warnings, reconcile clashing color palettes, resize the PIN dialog for 1920x1080.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00500"/>
            <a:ext cx="5410047" cy="249174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8338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Live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86300"/>
            <a:ext cx="4861407" cy="1623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Interactive walkthrough of this phase in make run-sim is the most immediate gap before calling it fully done.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